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26E8D-F40B-02A9-2161-8FD47219B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33F908-7980-F1BB-82B0-5A3949127C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A5B8EC8-E20D-878E-51BD-C8C6C48D7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91D2919-46C4-DC35-83E3-F54FE530F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C765065-F4A5-F1C3-BF31-4161B1777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0218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39609-85F8-BA0F-E95D-0786090D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853DBD2-D5F7-4FEF-3934-E3CD713E7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EFDB63D-B083-1D03-F97D-C5E24338B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5218CE5-0C21-CBBA-E840-45976B9FE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CA9B2-F25B-01A0-270B-B606B9DF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442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5A5B5-76CF-CEBA-EDD9-37B25F607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4E21DD62-AF87-F0EA-2599-71DC7C2E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769D254-05A4-BEEB-6A93-7BA395EF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6C435FC-4CD6-917E-A1EF-4533A367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33317AC-30AB-13D7-A02A-65B070F0D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8891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04DEFF-F19E-20D0-65AD-8CBA5185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2024A96-6183-84C5-E342-26400EB0B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FAD9E6D-20EC-9C84-00CB-B9A4C9AB1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021DE2B-4951-B2FF-A78B-7839369A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B2231FF-400E-5D75-6585-060D8733F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2B734BA-553B-3069-21BC-2536DD20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551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BE58B-34E3-C543-085C-ABB51E07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BA819FD-DE6C-1509-6DE0-2F7DEC5CF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33EA3FD-C521-DEF0-A83E-C85A48552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1C4144EE-BCCD-64AE-2264-056FF6551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3F8D987B-3B6A-BC46-1D35-7F0EEE183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871ACEA-C7D7-8CA9-68D9-5C0A69B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5B5E333-FAF6-5F58-F178-6228269E5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2668C71F-DB82-CA04-2369-D14FC5700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8171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1186B3-6301-FD50-23F5-9E8CDF2C0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34E8E1B9-A6A9-10C7-6189-E0914ADAF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C4B4A274-ACFD-47AC-6A8A-6282D5A65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254231D-4440-E235-25E8-5EC9A84B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1253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CB90192C-5E00-38C1-0A82-4ED83FCF6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DB48A2A9-9FBE-CD76-A7BD-9FB0D01C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BDF49D7-E8D1-A041-D4A1-06624FCC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5340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D110B-636F-AECD-6338-4D019D1A7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9760FBA-4C74-6BD0-A138-1D2EC2CEE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509EBAF5-3D53-B0B2-20E3-CD415D628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2556E96-4261-0096-87B5-FA9328E4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93BFD58-667B-D0F9-9E32-D5D99F848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668AC59-829A-128B-9A83-D9A27580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574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15340-B2EC-68D2-04A5-954F19E12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0F1F54B-4AC0-0C7E-AD45-A65CD26D87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789BE92F-4419-519D-2EEA-AB39E8356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C38518B-0BD8-D92B-C0AE-0A95A2AC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130762C0-CDC9-8936-0B68-6A7952783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95BBE0C-A19C-C59D-7F0B-ABCAFFA68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87947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B1EC7-3058-46AF-ADB2-B7101231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3E2172E-3B27-BB4F-556B-A83D68DDF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AD38E6FB-42BB-8F65-65E1-592509D42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5646330-A45A-16EA-2B88-16D569632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C6C3698-E054-4491-6C3E-884BDFEE8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7068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CF6A0F-7AA6-A34B-9BE4-7BE66EFBB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9D541C5-7284-A32D-3A18-BD88F6827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AE4B755-CD02-7AC4-D0E4-3EE8E3E2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E4A8ED4-B362-CFDA-4973-93268FDD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BDD2D24-8B14-3820-0D41-EAEFA217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1913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F337AEBA-9F6E-DFB7-25F7-7BCEF4E5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A3C3598-DE07-0964-C77B-3E55362CB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1CA52CD-0B67-22DE-4AEF-08B84C105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82768-587A-4799-9183-ACBB6FAC0523}" type="datetimeFigureOut">
              <a:rPr lang="pt-PT" smtClean="0"/>
              <a:t>28/05/2026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9B1C9E4-39A2-05BB-DD0F-FDA15BBC8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CE27589-E7D4-A7BF-52E9-A2A55308B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3FC3D3-D428-46D8-82B6-540B8266B966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91099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21060-A487-2314-3BF3-E6D6202F6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513A0C-37EE-091A-7147-A6ACA114FB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40CF4B-6951-F7CD-80FA-2DC935ED32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52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CED44-9905-D66E-C559-9CF71177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0EE2E903-884F-7F05-4ABB-5B22183AE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76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31D7E-B423-2047-22D6-0A1913B8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700DA691-ECBB-CA9F-01BB-A4D4E2D0F9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90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0BA04-21E2-3253-A664-3BE95153B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C850A949-9622-64AF-F80A-B54AFFCBC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277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9F9C4-C81B-1581-0E66-28C0AAFE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ED8A45D-65DA-9F95-FC6F-76B43A9E2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1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FD8B0-FE9F-D107-71E1-B449AA0B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C792215-A693-623E-D9BC-7EB50530A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34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ED4E0-BBBF-52F0-E0E0-C19B9336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841FA274-61D6-F169-8F37-6917C3701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84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0218F554-8B6E-D8C9-FEEA-85CC60493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951" y="0"/>
            <a:ext cx="8994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42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2B841-F7AA-5C04-5B70-2CA12CC9E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36ABEB91-736C-2912-6E29-102742F77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47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817C4E2A-3BEB-FF34-EE59-30E5D690E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515599" cy="688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32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Ecrã Panorâmico</PresentationFormat>
  <Paragraphs>0</Paragraphs>
  <Slides>10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Ivo Costa Sousa</dc:creator>
  <cp:lastModifiedBy>Ivo Costa Sousa</cp:lastModifiedBy>
  <cp:revision>1</cp:revision>
  <dcterms:created xsi:type="dcterms:W3CDTF">2026-05-28T15:57:43Z</dcterms:created>
  <dcterms:modified xsi:type="dcterms:W3CDTF">2026-05-28T16:01:37Z</dcterms:modified>
</cp:coreProperties>
</file>